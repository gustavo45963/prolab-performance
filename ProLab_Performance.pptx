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ProLab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Aplicação Web de Treino e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Recursos principais da plataforma:</a:t>
            </a:r>
          </a:p>
          <a:p>
            <a:pPr lvl="1"/>
            <a:r>
              <a:t>Planos de treino por objetivo e nível</a:t>
            </a:r>
          </a:p>
          <a:p>
            <a:pPr lvl="1"/>
            <a:r>
              <a:t>Calculadora de IMC integrada</a:t>
            </a:r>
          </a:p>
          <a:p>
            <a:pPr lvl="1"/>
            <a:r>
              <a:t>Temporizador HIIT para treinos intervalados</a:t>
            </a:r>
          </a:p>
          <a:p>
            <a:pPr lvl="1"/>
            <a:r>
              <a:t>Checklist semanal de acompanhamento</a:t>
            </a:r>
          </a:p>
          <a:p>
            <a:pPr lvl="1"/>
            <a:r>
              <a:t>Histórico de evolução e medidas</a:t>
            </a:r>
          </a:p>
          <a:p>
            <a:pPr lvl="1"/>
            <a:r>
              <a:t>Contas de utilizador com persistência no servidor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Tecnologias utilizadas no projeto:</a:t>
            </a:r>
          </a:p>
          <a:p>
            <a:pPr lvl="1"/>
            <a:r>
              <a:t>Frontend: HTML, CSS (design system próprio), JavaScript (ES Modules, sem frameworks)</a:t>
            </a:r>
          </a:p>
          <a:p>
            <a:pPr lvl="1"/>
            <a:r>
              <a:t>Backend: PHP 8.3 (Arquitetura em camadas: Router -&gt; Controllers -&gt; Repositories)</a:t>
            </a:r>
          </a:p>
          <a:p>
            <a:pPr lvl="1"/>
            <a:r>
              <a:t>Base de Dados: PostgreSQL (Produção/Render) e SQLite/MySQL (Desenvolvimento)</a:t>
            </a:r>
          </a:p>
          <a:p>
            <a:pPr lvl="1"/>
            <a:r>
              <a:t>Deploy: Docker (imagem php:8.3-apache) hospedado no Render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Estrutura do projeto:</a:t>
            </a:r>
          </a:p>
          <a:p>
            <a:pPr lvl="1"/>
            <a:r>
              <a:t>public/: Docroot único (exposta ao browser), contém a SPA (index.html) e front controller (api.php)</a:t>
            </a:r>
          </a:p>
          <a:p>
            <a:pPr lvl="1"/>
            <a:r>
              <a:t>src/: Código da aplicação (Bootstrap, Core, Database, Repositories, Controllers, Content)</a:t>
            </a:r>
          </a:p>
          <a:p>
            <a:pPr lvl="1"/>
            <a:r>
              <a:t>Database Schema: Gerado automaticamente no primeiro arranque (migração idempotente)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Endpoints da API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API gere toda a lógica e dados via JSON:</a:t>
            </a:r>
          </a:p>
          <a:p>
            <a:pPr lvl="1"/>
            <a:r>
              <a:t>/api/auth/* : Autenticação (registo, login, logout, sessão)</a:t>
            </a:r>
          </a:p>
          <a:p>
            <a:pPr lvl="1"/>
            <a:r>
              <a:t>/api/profile : Gestão de perfil de utilizador</a:t>
            </a:r>
          </a:p>
          <a:p>
            <a:pPr lvl="1"/>
            <a:r>
              <a:t>/api/measurements : Histórico de medidas do utilizador</a:t>
            </a:r>
          </a:p>
          <a:p>
            <a:pPr lvl="1"/>
            <a:r>
              <a:t>/api/plans : Catálogo de planos de treino e rotinas</a:t>
            </a:r>
          </a:p>
          <a:p>
            <a:pPr lvl="1"/>
            <a:r>
              <a:t>/api/checklist : Acompanhamento e checklist semanal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Boas práticas implementadas:</a:t>
            </a:r>
          </a:p>
          <a:p>
            <a:pPr lvl="1"/>
            <a:r>
              <a:t>Passwords com hash forte (bcrypt/argon2) via password_hash</a:t>
            </a:r>
          </a:p>
          <a:p>
            <a:pPr lvl="1"/>
            <a:r>
              <a:t>Sessões protegidas (HttpOnly, SameSite=Lax, Secure em HTTPS)</a:t>
            </a:r>
          </a:p>
          <a:p>
            <a:pPr lvl="1"/>
            <a:r>
              <a:t>Prevenção contra SQL Injection usando Prepared Statements (PDO)</a:t>
            </a:r>
          </a:p>
          <a:p>
            <a:pPr lvl="1"/>
            <a:r>
              <a:t>Validação de entradas nos endpoints (código HTTP 422 para erros)</a:t>
            </a:r>
          </a:p>
          <a:p>
            <a:pPr lvl="1"/>
            <a:r>
              <a:t>Docroot restrito a 'public/', mantendo código e dados fora do browser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